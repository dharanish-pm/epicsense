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nikkumar Durai" userId="9560b78b821ffaef" providerId="LiveId" clId="{D2BB5048-7D6F-4196-8820-43D1B0916F70}"/>
    <pc:docChg chg="addSld delSld modSld">
      <pc:chgData name="Palanikkumar Durai" userId="9560b78b821ffaef" providerId="LiveId" clId="{D2BB5048-7D6F-4196-8820-43D1B0916F70}" dt="2022-07-21T15:12:01.432" v="2" actId="47"/>
      <pc:docMkLst>
        <pc:docMk/>
      </pc:docMkLst>
      <pc:sldChg chg="new del">
        <pc:chgData name="Palanikkumar Durai" userId="9560b78b821ffaef" providerId="LiveId" clId="{D2BB5048-7D6F-4196-8820-43D1B0916F70}" dt="2022-07-21T15:12:01.432" v="2" actId="47"/>
        <pc:sldMkLst>
          <pc:docMk/>
          <pc:sldMk cId="2375902143" sldId="256"/>
        </pc:sldMkLst>
      </pc:sldChg>
      <pc:sldChg chg="add">
        <pc:chgData name="Palanikkumar Durai" userId="9560b78b821ffaef" providerId="LiveId" clId="{D2BB5048-7D6F-4196-8820-43D1B0916F70}" dt="2022-07-21T15:11:58.986" v="1"/>
        <pc:sldMkLst>
          <pc:docMk/>
          <pc:sldMk cId="0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34F7-EBBF-AC7E-9099-3AB4B00F0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64CEA-96CB-FF8C-762C-1E36CD5CD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3EC9-7C34-A7FD-8F82-D444C2281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471CB-86CA-A591-81B6-D98CF63D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7F192-9DED-0636-3704-8E6F0BD2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7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EC21-B836-8823-694D-B39A0A7D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25A7-793C-9D8C-F591-955904A04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15EE-D061-6282-31BA-F22A5728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DBBF7-4ADA-569C-67FC-8AFA3BC7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AEC65-6E08-C37A-383A-9775021A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7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7C81-6C06-E0C6-1DD2-939FB8C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22752-5ADF-4F65-7B3E-17D012F66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B671-2AAF-621D-9191-C107CF70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861D9-EE22-1957-FE1A-2EBA53D9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08F5-3079-31D1-B220-CAE6CA69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12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96033-B145-C3D8-4296-38B8D7B2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B1DB-68EF-20FA-0ECF-918A33DDE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00DC9-23FB-F067-CA14-707AFB327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B6801-0762-8DCB-1732-A0A0F980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DB538-5226-B580-06D9-FE4253F0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846CE-E459-3FB0-C905-804DDF91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07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47BF-6987-2CDF-75DB-BF3EB3C5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AA82-3BF8-FE4B-6546-155F9CB22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05B55-C791-044C-EE18-E5D4974C1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D8712-FF21-7F12-8DB9-2E55CACF2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3D36A-A003-0587-5502-F5C506685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496B3B-925F-0D3A-A367-3E720279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007B5C-D6C3-9857-8DEC-E9305BCB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9F9A3-8DE2-E7CC-4DAF-227EE242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57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E573-9B23-2F5A-DACA-879EE48C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3B9F3-B302-2E88-BD0C-CD1DAF01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494DF-96F1-7035-132B-52FD609E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EBE30-DDB4-CEA0-6EB8-59231EBC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33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36046-C6E3-8124-98A8-D492359D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424B8-5AF1-E8EA-CFB6-15713B96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DAA26-0DD6-37C5-CA51-20899BB3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67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49E8-6B79-8557-6FAA-DA117B01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AE96-C620-926D-4F73-EFF61038E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FE23F-A3E9-64C3-481E-BC5763FAF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2D88-9C77-2E29-1FF8-B162077D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847D0-AD9D-C03C-9B3E-B9BE4629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61CB-BDD3-CB3F-333A-0D3DD281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5799-BE76-7F6B-CCD5-55E10360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72DC0-32AA-FD6A-7792-8B1AC64C1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3E86-BD4C-1B9D-4CE6-274592C32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2419E-8030-E2C6-24D3-B02C57D6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0DF23-6794-C514-60D6-FCF601A3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24E7-3E0E-5BE7-C843-519190FC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6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4E40-E089-B174-E7A5-101B7374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B4F10-6B34-A897-0580-DBBCC8D11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6A30-EFE7-DFDB-891A-8299EDA9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C3498-2E3C-3747-9FF3-11782FE1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61C7-8DBC-EBD6-2650-7DF8C64D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54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E6653-F8B8-34DC-6A85-193DCA930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A2343-A2ED-0813-C6A0-0FEB506F7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4D8B-3DE0-F9F5-9244-C0DE0E81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FF81-7C31-DD98-4176-EF817679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7080-88CD-72E1-C0AC-6ECB5747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FA89D-5E72-DA2D-E1D1-640086F4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25918-D2CE-C79F-3182-97F75630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5A1E-C501-582E-117A-F73386CAB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3CCBB-88AC-4315-A3E4-E790B2D2BE83}" type="datetimeFigureOut">
              <a:rPr lang="en-IN" smtClean="0"/>
              <a:t>21-07-2022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F3A8-6925-C3AF-8E1F-B111F01C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881F-5ACB-44B3-8670-841117C28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5E9CB-4655-4253-9268-AA33ED981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3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C0C9FD11-F3FB-D21E-14EA-6751D1445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1" r="4581"/>
          <a:stretch>
            <a:fillRect/>
          </a:stretch>
        </p:blipFill>
        <p:spPr bwMode="auto">
          <a:xfrm>
            <a:off x="3962400" y="1752600"/>
            <a:ext cx="2362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id="{9FF6103A-E903-5DED-9798-5D44D342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-449"/>
          <a:stretch>
            <a:fillRect/>
          </a:stretch>
        </p:blipFill>
        <p:spPr bwMode="auto">
          <a:xfrm>
            <a:off x="4038600" y="4876800"/>
            <a:ext cx="2286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CB206020-292B-7002-C0A1-552734AF9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24200"/>
            <a:ext cx="280987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>
            <a:extLst>
              <a:ext uri="{FF2B5EF4-FFF2-40B4-BE49-F238E27FC236}">
                <a16:creationId xmlns:a16="http://schemas.microsoft.com/office/drawing/2014/main" id="{A94C01DD-E313-1616-3C9D-E38A6AA58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9" b="-1070"/>
          <a:stretch>
            <a:fillRect/>
          </a:stretch>
        </p:blipFill>
        <p:spPr bwMode="auto">
          <a:xfrm>
            <a:off x="990600" y="1676400"/>
            <a:ext cx="2590800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AutoShape 7" descr="Autonomous Delivery Robots | Ottonomy">
            <a:extLst>
              <a:ext uri="{FF2B5EF4-FFF2-40B4-BE49-F238E27FC236}">
                <a16:creationId xmlns:a16="http://schemas.microsoft.com/office/drawing/2014/main" id="{FC46993C-3A5F-AC0F-55A8-E6ECD5F5D0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1" name="AutoShape 9" descr="Autonomous Delivery Robots | Ottonomy">
            <a:extLst>
              <a:ext uri="{FF2B5EF4-FFF2-40B4-BE49-F238E27FC236}">
                <a16:creationId xmlns:a16="http://schemas.microsoft.com/office/drawing/2014/main" id="{E0E932B8-4682-4781-F734-EE07691786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2" name="AutoShape 11" descr="Autonomous Delivery Robots | Ottonomy">
            <a:extLst>
              <a:ext uri="{FF2B5EF4-FFF2-40B4-BE49-F238E27FC236}">
                <a16:creationId xmlns:a16="http://schemas.microsoft.com/office/drawing/2014/main" id="{F2784BA0-D529-3AD8-A8AE-A63FAE33F6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AutoShape 13" descr="Autonomous Delivery Robots | Ottonomy">
            <a:extLst>
              <a:ext uri="{FF2B5EF4-FFF2-40B4-BE49-F238E27FC236}">
                <a16:creationId xmlns:a16="http://schemas.microsoft.com/office/drawing/2014/main" id="{B8041DBE-A9F4-E51E-06B9-6474F596E5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6394" name="Picture 14">
            <a:extLst>
              <a:ext uri="{FF2B5EF4-FFF2-40B4-BE49-F238E27FC236}">
                <a16:creationId xmlns:a16="http://schemas.microsoft.com/office/drawing/2014/main" id="{3A7E018D-8C95-EBFC-AE8A-03683E213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00600"/>
            <a:ext cx="265747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15">
            <a:extLst>
              <a:ext uri="{FF2B5EF4-FFF2-40B4-BE49-F238E27FC236}">
                <a16:creationId xmlns:a16="http://schemas.microsoft.com/office/drawing/2014/main" id="{8C5DA421-E110-C971-D464-B685EAD67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086100"/>
            <a:ext cx="259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6" name="Picture 16">
            <a:extLst>
              <a:ext uri="{FF2B5EF4-FFF2-40B4-BE49-F238E27FC236}">
                <a16:creationId xmlns:a16="http://schemas.microsoft.com/office/drawing/2014/main" id="{ADCC2C08-B670-B301-D238-4CD166CA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219200"/>
            <a:ext cx="23622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7" name="Picture 17">
            <a:extLst>
              <a:ext uri="{FF2B5EF4-FFF2-40B4-BE49-F238E27FC236}">
                <a16:creationId xmlns:a16="http://schemas.microsoft.com/office/drawing/2014/main" id="{6445DC38-7D18-7E3E-F129-A90C57F9B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362200"/>
            <a:ext cx="2438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8" name="Picture 18">
            <a:extLst>
              <a:ext uri="{FF2B5EF4-FFF2-40B4-BE49-F238E27FC236}">
                <a16:creationId xmlns:a16="http://schemas.microsoft.com/office/drawing/2014/main" id="{5399F661-77FE-C0AD-9EA9-DB8477B7B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352800"/>
            <a:ext cx="243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9" name="Picture 19">
            <a:extLst>
              <a:ext uri="{FF2B5EF4-FFF2-40B4-BE49-F238E27FC236}">
                <a16:creationId xmlns:a16="http://schemas.microsoft.com/office/drawing/2014/main" id="{143A5325-8409-04DB-ED8B-B536D4010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78" r="10001"/>
          <a:stretch>
            <a:fillRect/>
          </a:stretch>
        </p:blipFill>
        <p:spPr bwMode="auto">
          <a:xfrm>
            <a:off x="8229600" y="4648200"/>
            <a:ext cx="2438400" cy="119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0" name="TextBox 16">
            <a:extLst>
              <a:ext uri="{FF2B5EF4-FFF2-40B4-BE49-F238E27FC236}">
                <a16:creationId xmlns:a16="http://schemas.microsoft.com/office/drawing/2014/main" id="{2CD91388-DB75-508F-4DCF-F84806CF2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569913"/>
            <a:ext cx="4471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Georgia" panose="02040502050405020303" pitchFamily="18" charset="0"/>
              </a:rPr>
              <a:t>Our Clients</a:t>
            </a:r>
          </a:p>
        </p:txBody>
      </p:sp>
      <p:sp>
        <p:nvSpPr>
          <p:cNvPr id="16401" name="TextBox 17">
            <a:extLst>
              <a:ext uri="{FF2B5EF4-FFF2-40B4-BE49-F238E27FC236}">
                <a16:creationId xmlns:a16="http://schemas.microsoft.com/office/drawing/2014/main" id="{3B0EEABC-CEAA-0B00-9578-71E1DFE00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09600"/>
            <a:ext cx="419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Georgia" panose="02040502050405020303" pitchFamily="18" charset="0"/>
              </a:rPr>
              <a:t>Our Business Associates</a:t>
            </a:r>
          </a:p>
        </p:txBody>
      </p:sp>
      <p:pic>
        <p:nvPicPr>
          <p:cNvPr id="16402" name="Picture 1">
            <a:extLst>
              <a:ext uri="{FF2B5EF4-FFF2-40B4-BE49-F238E27FC236}">
                <a16:creationId xmlns:a16="http://schemas.microsoft.com/office/drawing/2014/main" id="{9DAD47D5-3B09-9BA5-4C45-68F610305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8" y="5462588"/>
            <a:ext cx="1395412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Palanikkumar Durai</dc:creator>
  <cp:lastModifiedBy>Palanikkumar Durai</cp:lastModifiedBy>
  <cp:revision>1</cp:revision>
  <dcterms:created xsi:type="dcterms:W3CDTF">2022-07-21T15:11:54Z</dcterms:created>
  <dcterms:modified xsi:type="dcterms:W3CDTF">2022-07-21T15:12:07Z</dcterms:modified>
</cp:coreProperties>
</file>